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.fntdata"/><Relationship Id="rId10" Type="http://schemas.openxmlformats.org/officeDocument/2006/relationships/font" Target="fonts/Raleway-regular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934035b11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934035b11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934035b11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934035b1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934035b11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934035b11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 importância de um Website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2" y="21866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Como transformar pesquisas no Google em novos clientes.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50" y="4251300"/>
            <a:ext cx="865924" cy="7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8350" y="3500525"/>
            <a:ext cx="2485326" cy="139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Porquê um website?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729450" y="1661100"/>
            <a:ext cx="3133800" cy="29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i="1" sz="6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pt-PT" sz="6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Autoridade de Mercado</a:t>
            </a:r>
            <a:r>
              <a:rPr lang="pt-PT" sz="6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Validação imediata da marca perante o cliente.</a:t>
            </a:r>
            <a:endParaRPr sz="6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pt-PT" sz="6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Operação Ininterrupta</a:t>
            </a:r>
            <a:r>
              <a:rPr lang="pt-PT" sz="6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Captação de cliques e vendas 24/7.</a:t>
            </a:r>
            <a:endParaRPr sz="6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pt-PT" sz="6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Propriedade de Canal</a:t>
            </a:r>
            <a:r>
              <a:rPr lang="pt-PT" sz="6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Controlo total dos dados sem depender de redes sociais.</a:t>
            </a:r>
            <a:endParaRPr sz="6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2350" y="931100"/>
            <a:ext cx="4004700" cy="400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Inteligência de Busca e SEO 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O SEO posiciona a sua empresa como a solução imediata no momento da pesquisa do cliente. Ao dominar os resultados orgânicos do Google, transformamos o seu website num fluxo constante de novos negócios, reduzindo custos com publicidade e construindo uma autoridade que a concorrência não consegue ignorar.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575" y="2965375"/>
            <a:ext cx="2896601" cy="213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Geo-posicionamento e Conversão Local 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PT"/>
              <a:t>A visibilidade no Google Maps é o ponto de contacto mais imediato entre a sua empresa e o consumidor regional. Através de uma estratégia de SEO Local, garantimos que o seu negócio não seja apenas encontrado, mas que se destaque da concorrência através de informações precisas, fotografias profissionais e avaliações positivas. Este posicionamento estratégico converte a intenção de busca em visitas físicas e contactos diretos, consolidando a confiança do cliente antes mesmo do primeiro contacto. </a:t>
            </a:r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4023" y="3427025"/>
            <a:ext cx="2852424" cy="16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